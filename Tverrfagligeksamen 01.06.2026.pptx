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5ebc203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5ebc203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5ebc203a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5ebc203a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5ebc203a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5ebc203a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Tverrfagligeksamen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Carmen Maria Kleijnen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1 -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2 -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 3 -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